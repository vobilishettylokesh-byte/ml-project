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5969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label"/>
          <p:cNvSpPr txBox="1"/>
          <p:nvPr/>
        </p:nvSpPr>
        <p:spPr>
          <a:xfrm>
            <a:off x="1981048" y="229533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Project 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655251" y="502920"/>
            <a:ext cx="9052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SELF-SUPERVISED CONTRASTIVE LEARNING FOR DOPPLER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REGIME CLASSIFICATION IN OTFS SYSTEMS</a:t>
            </a:r>
          </a:p>
        </p:txBody>
      </p:sp>
      <p:sp>
        <p:nvSpPr>
          <p:cNvPr id="4" name="Submitted"/>
          <p:cNvSpPr txBox="1"/>
          <p:nvPr/>
        </p:nvSpPr>
        <p:spPr>
          <a:xfrm>
            <a:off x="1403324" y="1371600"/>
            <a:ext cx="9052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Submitted in partial fulfillment of the requirements for the course</a:t>
            </a:r>
          </a:p>
        </p:txBody>
      </p:sp>
      <p:sp>
        <p:nvSpPr>
          <p:cNvPr id="5" name="Course"/>
          <p:cNvSpPr txBox="1"/>
          <p:nvPr/>
        </p:nvSpPr>
        <p:spPr>
          <a:xfrm>
            <a:off x="1729896" y="1714500"/>
            <a:ext cx="9052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MACHINE LEARNING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25SC2107E</a:t>
            </a:r>
          </a:p>
        </p:txBody>
      </p:sp>
      <p:sp>
        <p:nvSpPr>
          <p:cNvPr id="6" name="In AY by"/>
          <p:cNvSpPr txBox="1"/>
          <p:nvPr/>
        </p:nvSpPr>
        <p:spPr>
          <a:xfrm>
            <a:off x="1569568" y="2606040"/>
            <a:ext cx="9052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A.Y.: 2026-27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by</a:t>
            </a:r>
          </a:p>
        </p:txBody>
      </p:sp>
      <p:sp>
        <p:nvSpPr>
          <p:cNvPr id="7" name="Student names"/>
          <p:cNvSpPr txBox="1"/>
          <p:nvPr/>
        </p:nvSpPr>
        <p:spPr>
          <a:xfrm>
            <a:off x="2562186" y="347472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u="sng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Name :</a:t>
            </a:r>
            <a:r>
              <a:rPr lang="en-US" sz="1400" b="1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 LOKESH VOBILISHETTY</a:t>
            </a:r>
          </a:p>
          <a:p>
            <a:pPr marL="0" indent="0" algn="l">
              <a:buNone/>
            </a:pPr>
            <a:r>
              <a:rPr lang="en-US" sz="1400" b="1" u="sng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Name :</a:t>
            </a:r>
            <a:r>
              <a:rPr lang="en-US" sz="1400" b="1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 KNSV MADHUSUDHAN</a:t>
            </a:r>
          </a:p>
          <a:p>
            <a:pPr marL="0" indent="0" algn="l">
              <a:buNone/>
            </a:pPr>
            <a:r>
              <a:rPr lang="en-US" sz="1400" b="1" u="sng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Name :</a:t>
            </a:r>
            <a:r>
              <a:rPr lang="en-US" sz="1400" b="1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 VARANASI SREEKAR</a:t>
            </a:r>
          </a:p>
        </p:txBody>
      </p:sp>
      <p:sp>
        <p:nvSpPr>
          <p:cNvPr id="8" name="Roll numbers"/>
          <p:cNvSpPr txBox="1"/>
          <p:nvPr/>
        </p:nvSpPr>
        <p:spPr>
          <a:xfrm>
            <a:off x="7132320" y="342900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roll no: 2520040040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roll no: 2520040089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984806"/>
                </a:solidFill>
                <a:latin typeface="Times New Roman"/>
                <a:ea typeface="Times New Roman"/>
                <a:cs typeface="Times New Roman"/>
              </a:rPr>
              <a:t>roll no: 2520040019</a:t>
            </a:r>
          </a:p>
        </p:txBody>
      </p:sp>
      <p:sp>
        <p:nvSpPr>
          <p:cNvPr id="9" name="Guide"/>
          <p:cNvSpPr txBox="1"/>
          <p:nvPr/>
        </p:nvSpPr>
        <p:spPr>
          <a:xfrm>
            <a:off x="1518250" y="4499222"/>
            <a:ext cx="9052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Under the Esteemed guidance of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Mr. N Lava Prasad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Assistant Professor,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Department of ECE</a:t>
            </a:r>
          </a:p>
        </p:txBody>
      </p:sp>
      <p:pic>
        <p:nvPicPr>
          <p:cNvPr id="11" name="KLEF banner" descr="Koneru Lakshmaiah Education Foundation bann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048" y="5760720"/>
            <a:ext cx="8229600" cy="9337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173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builds a machine-learning system that looks at a wireless channel represented in the OTFS delay-Doppler domain and automatically recognises how much Doppler effect (caused by motion) is present — Low, Medium, or High — without needing a large hand-labelled dataset to train 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3520440" cy="210312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3520440" cy="6400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898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delay-Doppler representation of a wireless channel, captured or simulated under some mobility condition.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05656" y="3630168"/>
            <a:ext cx="201168" cy="237744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2697480"/>
            <a:ext cx="3520440" cy="210312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697480"/>
            <a:ext cx="3520440" cy="6400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2898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self-supervised contrastive encoder learns useful patterns from unlabelled channel data, then a lightweight classifier is fine-tuned on a small labelled set.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0416" y="3630168"/>
            <a:ext cx="201168" cy="237744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2697480"/>
            <a:ext cx="3520440" cy="210312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697480"/>
            <a:ext cx="3520440" cy="64008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66760" y="2898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2918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predicted Doppler regime — Low, Medium, or High — that tells the receiver how to adapt its processing.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the model reads a channel snapshot and tells the system how “fast-moving” that channel environment is — a key piece of information for keeping a wireless link reliable.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Difficult to Solve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High-mobility scenarios cause wireless channels to change continuously, introducing Doppler shifts that degrade communication performance. OTFS represents the channel in the delay-Doppler domain, but a receiver must still know the prevailing Doppler regime to process the signal correctly.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" cy="5943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346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conditions vary rapidly and unpredictably with user mobility.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54864" cy="5943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6118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Medium, and High Doppler behaviour are hard to separate reliably.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4864" cy="5943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3891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accurately labelled channel datasets are costly and slow to collect.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54864" cy="594360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1663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supervised models do not scale without abundant labelled data.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regimes to be classified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874520"/>
          <a:ext cx="4325112" cy="2880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Doppler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frequency shift; low mobility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Doppler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shift from mid-range mobility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Doppler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fast-varying shift from high mobility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BENEFIT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Helps the User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173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Doppler regime lets a receiver adapt automatically, instead of using a one-size-fits-all configuration. That translates into a noticeably better experience for anyone relying on the connection.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349240" cy="16002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77440"/>
            <a:ext cx="82296" cy="1600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Fewer Dropped Connections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926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adjusts its processing as conditions change, so calls, video, and data links stay stable during fast movement.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5349240" cy="16002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377440"/>
            <a:ext cx="82296" cy="1600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Speed When It Matters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926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regime detection avoids unnecessarily conservative settings, keeping throughput higher in easy (Low Doppler) conditions.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349240" cy="16002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51960"/>
            <a:ext cx="82296" cy="1600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89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Cost to Deploy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800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needs only a small labelled dataset, operators can roll it out without expensive large-scale data collection.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5349240" cy="160020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51960"/>
            <a:ext cx="82296" cy="1600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4389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Future-Ready for 5G/6G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8006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emerging high-mobility use cases — connected vehicles, drones, trains, satellites — where reliability is safety-critical.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Self-Supervised, Contrastive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63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relying on large labelled datasets, the model learns channel representations directly from unlabelled delay-Doppler data by contrasting augmented views of the same channel against those of different channels.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54406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34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Contrastive Learning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278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Representations of the same Doppler regime are pulled together; different regimes are pushed apart in embedding space.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697480"/>
            <a:ext cx="54406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69748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2834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Self-Supervision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2278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labels are needed for pretraining; the model learns from the structure of the data itself.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4406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5196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389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Design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7823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representation learning is followed by lightweight supervised fine-tuning.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4251960"/>
            <a:ext cx="54406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425196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4389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Efficiency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7823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small labelled subset is required to fine-tune the final classifier.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delay-Doppler feature dataset was generated to reflect realistic channel behaviour across the three Doppler regimes, for self-supervised pretraining and supervised fine-tuning / evaluation.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6675120" cy="3886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Synthetically generated to model OTFS delay-Doppler channel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samples — 60 per Doppler class (balanced)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Doppler, Medium Doppler, High Doppler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Doppler shift (Hz), delay spread (µs), no. of multipath components, SNR (dB), coherence time (ms), peak power (dB)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dataset is 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Unlabelled pretraining set + small labelled fine-tuning / test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543800" y="219456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487168"/>
          <a:ext cx="4142232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Doppler (Hz)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1942.6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Balance and Doppler Shift Separation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91672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9" name="Image 0" descr="/home/claude/ppt/eda/eda_fig1_balance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10725912" cy="3977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perfectly balanced (60 samples per class). Doppler shift values separate cleanly across the three regimes, confirming the feature is highly discriminative for this task.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Distributions and Correlation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feature distributions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11091672" cy="20391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0" name="Image 0" descr="/home/claude/ppt/eda/eda_fig2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10817352" cy="18745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3886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178808"/>
            <a:ext cx="566928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3" name="Image 1" descr="/home/claude/ppt/eda/eda_fig3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15384"/>
            <a:ext cx="4754880" cy="1737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492240" y="3886200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spread vs. Doppler shift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92240" y="4178808"/>
            <a:ext cx="5148072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6" name="Image 2" descr="/home/claude/ppt/eda/eda_fig4_sca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15384"/>
            <a:ext cx="4873752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002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94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OTFS channels under varying mobility speeds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50792" y="2336292"/>
            <a:ext cx="310896" cy="219456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3" name="Shape 11"/>
          <p:cNvSpPr/>
          <p:nvPr/>
        </p:nvSpPr>
        <p:spPr>
          <a:xfrm>
            <a:off x="4434840" y="16002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6002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194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channel data into the delay-Doppler representation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36992" y="2336292"/>
            <a:ext cx="310896" cy="219456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16002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6002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496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1945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contrastive augmentation pairs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576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2519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 of the encoder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50792" y="4393692"/>
            <a:ext cx="310896" cy="219456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4840" y="36576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36576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42519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CNN classifier on limited labels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36992" y="4393692"/>
            <a:ext cx="310896" cy="219456"/>
          </a:xfrm>
          <a:prstGeom prst="rightArrow">
            <a:avLst/>
          </a:prstGeom>
          <a:solidFill>
            <a:srgbClr val="B08D57"/>
          </a:solidFill>
          <a:ln/>
        </p:spPr>
      </p:sp>
      <p:sp>
        <p:nvSpPr>
          <p:cNvPr id="32" name="Shape 30"/>
          <p:cNvSpPr/>
          <p:nvPr/>
        </p:nvSpPr>
        <p:spPr>
          <a:xfrm>
            <a:off x="8321040" y="3657600"/>
            <a:ext cx="342900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3657600"/>
            <a:ext cx="342900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4964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549640" y="425196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interpret Doppler-regime predictions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(PyTorch) for model development; MATLAB for OTFS channel and mobility simulation.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training curve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5989320" cy="4050792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0" name="Image 0" descr="/home/claude/ppt/training_curve_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91640"/>
            <a:ext cx="5843016" cy="39044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12280" y="1325880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samples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12280" y="1618488"/>
            <a:ext cx="4828032" cy="1792224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3" name="Image 1" descr="/home/claude/ppt/actual_vs_p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1673352"/>
            <a:ext cx="4681728" cy="16824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12280" y="3593592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812280" y="3886200"/>
            <a:ext cx="482803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pic>
        <p:nvPicPr>
          <p:cNvPr id="16" name="Image 2" descr="/home/claude/ppt/confusion_matrix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3941064"/>
            <a:ext cx="4681728" cy="167335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5779008"/>
            <a:ext cx="11091672" cy="502920"/>
          </a:xfrm>
          <a:prstGeom prst="rect">
            <a:avLst/>
          </a:prstGeom>
          <a:solidFill>
            <a:srgbClr val="F3F4F6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5800" y="5779008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  </a:t>
            </a: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(171/180)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458718" y="5779008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 </a:t>
            </a: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Doppler Accuracy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321558" y="5852160"/>
            <a:ext cx="0" cy="356616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231636" y="5779008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  </a:t>
            </a: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Doppler Accuracy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094476" y="5852160"/>
            <a:ext cx="0" cy="356616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9004554" y="5779008"/>
            <a:ext cx="25900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96.7%  </a:t>
            </a:r>
            <a:r>
              <a:rPr lang="en-US" sz="10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Doppler Accuracy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8867394" y="5852160"/>
            <a:ext cx="0" cy="356616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554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to Project Completion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28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Contrastive Learning for Doppler-Regime Classification in OTFS Systems — Review II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91672" y="64282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114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dataset diversity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simulation to additional SNR levels and mobility profiles for broader generalisation.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against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with a fully-supervised CNN to quantify label-efficiency gains.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Stress-test the classifier across the full simulated SNR range.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evaluation and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results, analyse robustness, and prepare final documentation.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5992" cy="6035040"/>
          </a:xfrm>
          <a:prstGeom prst="rect">
            <a:avLst/>
          </a:prstGeom>
          <a:ln w="12700">
            <a:solidFill>
              <a:srgbClr val="B08D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data-efficient path to reliable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high-mobility wireless communication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127248"/>
            <a:ext cx="128016" cy="128016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3017520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dependency on large labelled Doppler-regime datasets.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749040"/>
            <a:ext cx="128016" cy="128016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3639312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95.0% accuracy on a balanced, held-out evaluation set.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4370832"/>
            <a:ext cx="128016" cy="128016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4261104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benefits users through more stable, efficient high-mobility connections.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992624"/>
            <a:ext cx="128016" cy="128016"/>
          </a:xfrm>
          <a:prstGeom prst="rect">
            <a:avLst/>
          </a:prstGeom>
          <a:solidFill>
            <a:srgbClr val="B08D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80160" y="4882896"/>
            <a:ext cx="962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broaden the dataset, benchmark, and finalise the report.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1161</Words>
  <Application>Microsoft Office PowerPoint</Application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Sangeetha V</cp:lastModifiedBy>
  <cp:revision>3</cp:revision>
  <dcterms:created xsi:type="dcterms:W3CDTF">2026-10-15T03:01:25Z</dcterms:created>
  <dcterms:modified xsi:type="dcterms:W3CDTF">2026-10-15T03:59:26Z</dcterms:modified>
</cp:coreProperties>
</file>